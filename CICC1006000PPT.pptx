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3"/>
    <p:sldId id="276" r:id="rId4"/>
    <p:sldId id="277" r:id="rId5"/>
    <p:sldId id="278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7297" r="4681"/>
          <a:stretch>
            <a:fillRect/>
          </a:stretch>
        </p:blipFill>
        <p:spPr>
          <a:xfrm>
            <a:off x="570865" y="1101725"/>
            <a:ext cx="4477385" cy="28727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00325" y="1101725"/>
            <a:ext cx="2447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远程平台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DVI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输出结果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43760" y="4124325"/>
            <a:ext cx="2809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龙芯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设计实验箱结果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69235" y="5542915"/>
            <a:ext cx="7228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项目开源地址：https://github.com/mockinggen/loongarch_soc</a:t>
            </a:r>
            <a:endParaRPr lang="zh-CN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演示</Application>
  <PresentationFormat>宽屏</PresentationFormat>
  <Paragraphs>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k</dc:creator>
  <cp:lastModifiedBy>29693</cp:lastModifiedBy>
  <cp:revision>6</cp:revision>
  <dcterms:created xsi:type="dcterms:W3CDTF">2026-08-16T11:54:00Z</dcterms:created>
  <dcterms:modified xsi:type="dcterms:W3CDTF">2026-08-16T13:25:06Z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